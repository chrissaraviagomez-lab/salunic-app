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1" i="0">
                <a:solidFill>
                  <a:srgbClr val="2ECC71"/>
                </a:solidFill>
                <a:latin typeface="Calibri"/>
              </a:rPr>
              <a:t>SALU​NIC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Sistema de Salud y Bienestar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4FC3F7"/>
                </a:solidFill>
                <a:latin typeface="Calibri"/>
              </a:rPr>
              <a:t>Propuesta de Emprendimiento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BFBFBF"/>
                </a:solidFill>
                <a:latin typeface="Calibri"/>
              </a:rPr>
              <a:t>Integrador II · I Corte Evaluativo · UNAN-Managua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Integrantes del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4114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65C0"/>
                </a:solidFill>
                <a:latin typeface="Calibri"/>
              </a:rPr>
              <a:t>Equipo de desarrollo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Trabajamos de forma colaborativa en las áreas de desarrollo de software, análisis de datos, interfaz de usuario y documentación.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A2342"/>
                </a:solidFill>
              </a:rPr>
              <a:t>• Nadiezka Del Socorro Mayorga González – 24404547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A2342"/>
                </a:solidFill>
              </a:rPr>
              <a:t>• Cristian José Saravia Gómez – 649D7486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A2342"/>
                </a:solidFill>
              </a:rPr>
              <a:t>• Danny Francisco Manzanarez Morales – 25423027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A2342"/>
                </a:solidFill>
              </a:rPr>
              <a:t>• Luis Iván Morales Alvarado – 23051392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A2342"/>
                </a:solidFill>
              </a:rPr>
              <a:t>• Allison Tatiana Urbina Mendez – 24745536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A2342"/>
                </a:solidFill>
              </a:rPr>
              <a:t>• María Elena Talavera Kraudys – 6BF121A6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1.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2ECC71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65C0"/>
                </a:solidFill>
                <a:latin typeface="Calibri"/>
              </a:rPr>
              <a:t>Contexto y problemática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Muchas familias con enfermedades crónicas en Nicaragua gestionan sus citas médicas y la toma de medicamentos de forma manual (papel, agenda, memoria).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Esto provoca olvidos e incumplimiento de los tratamientos, y en consecuencia complicaciones de salud evitables.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El MINSA destaca el registro y monitoreo de pacientes como clave, pero la población carece de una herramienta accesible e intuitiva.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SaluNic surge como una solución digital de recordatorios y seguimiento que apoya la prevención y el autocuidado.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Nadiezka Del Socorro Mayorga González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2.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E91E8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A2342"/>
                </a:solidFill>
                <a:latin typeface="Calibri"/>
              </a:rPr>
              <a:t>Desarrollar una aplicación tecnológica (SaluNic) que facilite a las personas y/o familias gestionar sus citas médicas, la dosificación y la toma de sus medicamentos mediante recordatorios automáticos programados.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Identificar los requerimientos necesarios para el desarrollo de la aplicación.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Analizar los requerimientos de los pacientes para la programación automática.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Diseñar una interfaz intuitiva que facilite el acceso a las funciones.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Desarrollar un sistema de alertas automáticas (citas y medicamentos).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Evaluar el desempeño de la aplicación para asegurar su eficiencia.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Nadiezka Del Socorro Mayorga González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3. Nombre y descripción del emprendimiento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F9A82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65C0"/>
                </a:solidFill>
                <a:latin typeface="Calibri"/>
              </a:rPr>
              <a:t>El nombre: SaluNic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Combinación de “Salud” y “Nic” (Nicaragua): una solución de salud pensada para el contexto nicaragüence, accesible y de uso cotidiano.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65C0"/>
                </a:solidFill>
                <a:latin typeface="Calibri"/>
              </a:rPr>
              <a:t>Descripción del 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Control de citas médicas (registro, consulta y recordatorios).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Registro y recordatorio de la toma de medicamentos con dosis y frecuencia.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Consulta del inventario/almacén de medicamentos.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Gestión de usuarios, pacientes y médicos mediante operaciones CRUD.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Sector: salud y tecnología (HealthTech).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Cristian José Saravia Gómez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4. Misión y Visión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4FC3F7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29200" cy="420624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ECC71"/>
                </a:solidFill>
                <a:latin typeface="Calibri"/>
              </a:rPr>
              <a:t>Misión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480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Ofrecer una aplicación tecnológica accesible que facilite a las personas y familias el control de sus citas médicas y la toma de medicamentos, promoviendo la prevención, el autocuidado y el bienestar de la población nicaragüence.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029200" cy="420624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565C0"/>
                </a:solidFill>
                <a:latin typeface="Calibri"/>
              </a:rPr>
              <a:t>Visión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4805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Convertir a SaluNic, a 3–5 años, en una aplicación líder en Nicaragua para el manejo del tratamiento y seguimiento médico de las familias, reconocida por su facilidad de uso y expandible a la salud digital en Centroamérica.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María Elena Talavera Kraudys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5. Valores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2ECC71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463040"/>
            <a:ext cx="5120640" cy="15544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CC71"/>
                </a:solidFill>
                <a:latin typeface="Calibri"/>
              </a:rPr>
              <a:t>Accesibilidad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Interfaz intuitiva usable por cualquier persona.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63040"/>
            <a:ext cx="5120640" cy="15544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600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CC71"/>
                </a:solidFill>
                <a:latin typeface="Calibri"/>
              </a:rPr>
              <a:t>Responsabilidad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Exactitud en la información y los recordatorios.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83280"/>
            <a:ext cx="5120640" cy="15544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CC71"/>
                </a:solidFill>
                <a:latin typeface="Calibri"/>
              </a:rPr>
              <a:t>Trabajo en equipo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233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Colaboración y reparto de roles.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383280"/>
            <a:ext cx="5120640" cy="15544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5204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CC71"/>
                </a:solidFill>
                <a:latin typeface="Calibri"/>
              </a:rPr>
              <a:t>Innovación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0233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Soluciones creativas con valor real al sector salud.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303520"/>
            <a:ext cx="5120640" cy="15544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440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CC71"/>
                </a:solidFill>
                <a:latin typeface="Calibri"/>
              </a:rPr>
              <a:t>Empatía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943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Diseñar pensando en los pacientes y sus familias.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Luis Iván Morales Alvarado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6. Análisis FODA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F9A82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463040"/>
            <a:ext cx="5212080" cy="146304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CC71"/>
                </a:solidFill>
                <a:latin typeface="Calibri"/>
              </a:rPr>
              <a:t>Fortalezas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A2342"/>
                </a:solidFill>
                <a:latin typeface="Calibri"/>
              </a:rPr>
              <a:t>Cobertura CRUD de las 4 entidades; código modular @dataclass; menú de dos niveles; datos realistas del MINSA.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463040"/>
            <a:ext cx="5212080" cy="1463040"/>
          </a:xfrm>
          <a:prstGeom prst="rect">
            <a:avLst/>
          </a:prstGeom>
          <a:solidFill>
            <a:srgbClr val="F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5727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91E8C"/>
                </a:solidFill>
                <a:latin typeface="Calibri"/>
              </a:rPr>
              <a:t>Debilidades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5740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A2342"/>
                </a:solidFill>
                <a:latin typeface="Calibri"/>
              </a:rPr>
              <a:t>Sin persistencia (datos en memoria); alcance de prototipo; validación manual de datos.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83280"/>
            <a:ext cx="5212080" cy="146304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4930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Oportunidades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776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A2342"/>
                </a:solidFill>
                <a:latin typeface="Calibri"/>
              </a:rPr>
              <a:t>Transformación digital del MINSA; demanda de recordatorios y telemedicina; integración con hospitales.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3383280"/>
            <a:ext cx="5212080" cy="1463040"/>
          </a:xfrm>
          <a:prstGeom prst="rect">
            <a:avLst/>
          </a:prstGeom>
          <a:solidFill>
            <a:srgbClr val="FD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49300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9A825"/>
                </a:solidFill>
                <a:latin typeface="Calibri"/>
              </a:rPr>
              <a:t>Amenazas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39776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0A2342"/>
                </a:solidFill>
                <a:latin typeface="Calibri"/>
              </a:rPr>
              <a:t>Apps ya establecidas (ej. Medisafe); conectividad limitada en zonas rurales; desconfianza en apps de salud.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607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565C0"/>
                </a:solidFill>
                <a:latin typeface="Calibri"/>
              </a:rPr>
              <a:t>Estrategia FO: aprovechar el carácter modular del prototipo para integrarlo con los sistemas de salud públicos del país.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Luis Iván Morales Alvarado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7. Línea gráfica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E91E8C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Logotipo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44444"/>
                </a:solidFill>
                <a:latin typeface="Calibri"/>
              </a:rPr>
              <a:t>Letra “S” sobre un círculo, acompañada del nombre SALUNIC y el lema “Salud y Bienestar • Nicaragua”.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Paleta de colores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474720"/>
            <a:ext cx="182880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Verde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#2ECC71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3474720"/>
            <a:ext cx="1828800" cy="8229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343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Celeste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#4FC3F7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474720"/>
            <a:ext cx="1828800" cy="8229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4343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Azul noche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#0A2342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3474720"/>
            <a:ext cx="1828800" cy="822960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343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Fucsia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#E91E8C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474720"/>
            <a:ext cx="1828800" cy="82296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3434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Amarillo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444444"/>
                </a:solidFill>
                <a:latin typeface="Calibri"/>
              </a:rPr>
              <a:t>#F9A825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Tipografía: familia Nunito (moderna y legible). La paleta se aplica de forma uniforme en la aplicación, la presentación y la documentación.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Allison Tatiana Urbina Mendez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8. Lean Canvas – Modelo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1565C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Problema: olvido de citas y horarios de medicamentos; control manual difícil.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Propuesta de valor: organiza citas y recuerda la toma de medicamentos.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Segmento de clientes: familias con enfermedades crónicas en Nicaragua; cuidadores; hospitales y MINSA.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Solución: registro CRUD de usuarios, citas y medicamentos; recordatorios automáticos; control de inventario.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Canales: app móvil/escritorio, prototipo de consola, redes y centros de salud.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Ingresos: versión gratuita, suscripciones y convenios con hospitales.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Costos: desarrollo, hosting, almacenamiento y marketing.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Métricas: usuarios activos, citas/recordatorios generados, cumplimiento de medicamentos.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</a:rPr>
              <a:t>• Ventaja injusta: enfoque local en Nicaragua y datos del MINSA.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Danny Francisco Manzanarez Morales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8. Lean Canvas → Entidades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3108960" cy="8229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Bloque del Canvas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371600"/>
            <a:ext cx="2743200" cy="8229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37160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Entidad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4572000" cy="82296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37160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Atributos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310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Segmento de clientes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19456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19456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Usuario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194560"/>
            <a:ext cx="4572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9456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id, nombre, email, password, telefono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017520"/>
            <a:ext cx="3108960" cy="82296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Problema / Solución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3017520"/>
            <a:ext cx="2743200" cy="82296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0175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CitaMedica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017520"/>
            <a:ext cx="4572000" cy="82296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01752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id, paciente_id, medico_id, especialidad, fecha, hora, lugar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840480"/>
            <a:ext cx="310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Recursos clave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840480"/>
            <a:ext cx="2743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84048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Medicamento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840480"/>
            <a:ext cx="4572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384048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id, nombre, dosis, frecuencia, presentacion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663440"/>
            <a:ext cx="3108960" cy="82296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Recursos clave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4663440"/>
            <a:ext cx="2743200" cy="82296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466344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A2342"/>
                </a:solidFill>
                <a:latin typeface="Calibri"/>
              </a:rPr>
              <a:t>AlmacenMedicamento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663440"/>
            <a:ext cx="4572000" cy="822960"/>
          </a:xfrm>
          <a:prstGeom prst="rect">
            <a:avLst/>
          </a:prstGeom>
          <a:solidFill>
            <a:srgbClr val="E7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663440"/>
            <a:ext cx="4389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A2342"/>
                </a:solidFill>
                <a:latin typeface="Calibri"/>
              </a:rPr>
              <a:t>id, medicamento_id, cantidad, fecha_vencimiento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El Lean Canvas se traduce en Data Clases: cada bloque del negocio se convierte en una entidad con sus atributos y relaciones.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Danny Francisco Manzanarez Morales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9. Data Clases (estructura de datos)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64592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2800" b="1" i="0">
                <a:solidFill>
                  <a:srgbClr val="2ECC71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444444"/>
                </a:solidFill>
                <a:latin typeface="Calibri"/>
              </a:rPr>
              <a:t>Las dataclasses (@dataclass) definen la forma de cada entidad del sistema.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10058400" cy="8686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342"/>
                </a:solidFill>
                <a:latin typeface="Calibri"/>
              </a:rPr>
              <a:t>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id, nombre, email, password, telefono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154680"/>
            <a:ext cx="10058400" cy="8686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5468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342"/>
                </a:solidFill>
                <a:latin typeface="Calibri"/>
              </a:rPr>
              <a:t>CitaMedica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54680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id, paciente_id, medico_id, especialidad, fecha, hora, lugar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206240"/>
            <a:ext cx="10058400" cy="8686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342"/>
                </a:solidFill>
                <a:latin typeface="Calibri"/>
              </a:rPr>
              <a:t>Medicamento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06240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id, nombre, dosis, frecuencia, presentacion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257800"/>
            <a:ext cx="10058400" cy="868680"/>
          </a:xfrm>
          <a:prstGeom prst="rect">
            <a:avLst/>
          </a:prstGeom>
          <a:solidFill>
            <a:srgbClr val="E8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257800"/>
            <a:ext cx="3200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2342"/>
                </a:solidFill>
                <a:latin typeface="Calibri"/>
              </a:rPr>
              <a:t>AlmacenMedicamento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257800"/>
            <a:ext cx="6217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44444"/>
                </a:solidFill>
                <a:latin typeface="Calibri"/>
              </a:rPr>
              <a:t>id, medicamento_id, cantidad, fecha_vencimiento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Operaciones CRUD sobre cada lista: registrar, buscar, actualizar, eliminar, contar, listar.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565C0"/>
                </a:solidFill>
                <a:latin typeface="Calibri"/>
              </a:rPr>
              <a:t>Expone: Cristian José Saravia Gómez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 i="0">
                <a:solidFill>
                  <a:srgbClr val="2ECC71"/>
                </a:solidFill>
                <a:latin typeface="Calibri"/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SaluNic – Salud y Bienestar • Nicaragua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4FC3F7"/>
                </a:solidFill>
                <a:latin typeface="Calibri"/>
              </a:rPr>
              <a:t>Preguntas y comentarios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